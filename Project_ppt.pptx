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4" r:id="rId1"/>
  </p:sldMasterIdLst>
  <p:notesMasterIdLst>
    <p:notesMasterId r:id="rId20"/>
  </p:notesMasterIdLst>
  <p:sldIdLst>
    <p:sldId id="256" r:id="rId2"/>
    <p:sldId id="277" r:id="rId3"/>
    <p:sldId id="258" r:id="rId4"/>
    <p:sldId id="278" r:id="rId5"/>
    <p:sldId id="279" r:id="rId6"/>
    <p:sldId id="280" r:id="rId7"/>
    <p:sldId id="281" r:id="rId8"/>
    <p:sldId id="269" r:id="rId9"/>
    <p:sldId id="263" r:id="rId10"/>
    <p:sldId id="270" r:id="rId11"/>
    <p:sldId id="271" r:id="rId12"/>
    <p:sldId id="272" r:id="rId13"/>
    <p:sldId id="273" r:id="rId14"/>
    <p:sldId id="274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AB30D-3C3E-4B4A-8304-CF4101ADEAF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54768-081B-493D-9042-5EA9AE2C7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05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54768-081B-493D-9042-5EA9AE2C7DB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1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6B62-8F2A-01C3-A81D-874280AA1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3EF6A-7F6D-5705-8363-DC040BD04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F7583-049D-3CE9-5ADC-64EA852B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D6EF-C5EE-7A58-2DE2-6D8365B3B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56F0C-78A1-F5FB-CC9C-3A472AA7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55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B5C56-2082-7162-52DB-F272BB14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26967-C363-D4CC-9D03-8DEF2BD1D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F8196-308E-7045-B81B-4160ADD1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DBF14-1ACC-614F-B3AE-661B56B3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81DE-2B7B-25A3-F54C-0FBE61CA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399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6B66-DCBE-D364-C4D6-E0A18714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26A7B-351E-1813-3B50-929FCECC6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67DB6-CC51-E54E-AFC3-A45E8DDB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5642-31B7-84BD-4C8B-17DFE8036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971AA-2D4B-3DEE-2C30-DD99A001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48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AF8BC-955E-2296-8FAA-3D5ED31D5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995E2-9F69-CDF0-06A0-E96CA0903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CBEE1-418A-8B17-3860-53983454C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16D6C-477C-2E2B-0177-03FAFD8D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149D3-5643-3AD4-1182-6A9762DD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C456D-F3D3-8A61-688D-AF335EBF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324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713F-6F19-3C5C-2669-57D5DA05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0A6D7-9048-D7BA-D864-0F1955A99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4F3B4-1733-BE59-8A89-00BF1674D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BFAA0E-0A2A-AAFB-B6EA-D93F8189C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58424-3545-AE93-5AE7-FF5D682B7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F17FF2-9C1A-9783-213A-84C22FFF7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C768CB-AA22-F796-D419-BDB99960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DF50AD-4B16-2AE1-2C4B-A419E815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67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D0729-FF27-A41F-0894-71BC5D74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29946-201F-D0BF-0000-E5F5D609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A01EF-1C17-4A7E-0B83-451F909E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399F7-121F-4A30-80CD-5FFC430C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54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C2FAF-AE7E-5F61-4780-F3FFF4BD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144925-84E4-EFF3-E06D-B854C3B2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6B079-EEC5-74A2-4A75-A8E646E3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65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35F0-1D32-E969-8AF3-3D9F44F2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26B54-56D6-A85C-530B-082FD926D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B0B9A-3362-7AAD-D810-2DD145791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634E0-C853-8F43-A698-90924920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DB427-FD47-9903-A663-C92A93A70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EE873-1250-EA7C-15CE-3469CB618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3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13E5-C67B-D53D-A83E-6549746D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08AEB4-6BF8-C369-D57B-5B0A350FE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8FD81-D701-6C50-45A7-D67DDD5C7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891E5-E8AD-9EF3-A0A1-FA819349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9FCA1-5206-97B5-6516-3A028564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CF293-7B02-9B30-4E57-851FE257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01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4163-6211-CDD6-AFEA-5075E7BB1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39D14-E455-9AC0-DDC1-64E260AFD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05B26-AC20-B4F7-C9CC-54E17D01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F076A-2A07-D3E0-16DF-5451C271B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131F2-4109-D02E-36DF-F7B23B62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941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E5296-95D4-3965-544D-2ECC174A7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846D4-32E7-0ADE-6956-8E2438181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4BF55-2171-5EF6-F0F6-87F00154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FD4C7-1808-AB24-45F8-7E52590F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C7AB-853B-FB07-72CD-7BEDE823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7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2B64EE-730A-EFF6-0463-B703FF33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350E6-918B-E8B5-4DE0-8CB9E95CE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9AF89-BFA2-803F-DCBB-0ED0F8B4A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45B784-9634-465E-8374-C0F4806C579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9A194-82FD-CCFA-8F81-5277CB006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AB365-D441-21FE-19D5-F7B307DE5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71892-FFA6-44B4-AF14-4E03BE857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92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  <p:sldLayoutId id="2147483997" r:id="rId3"/>
    <p:sldLayoutId id="2147483998" r:id="rId4"/>
    <p:sldLayoutId id="2147483999" r:id="rId5"/>
    <p:sldLayoutId id="2147484000" r:id="rId6"/>
    <p:sldLayoutId id="2147484001" r:id="rId7"/>
    <p:sldLayoutId id="2147484002" r:id="rId8"/>
    <p:sldLayoutId id="2147484003" r:id="rId9"/>
    <p:sldLayoutId id="2147484004" r:id="rId10"/>
    <p:sldLayoutId id="21474840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tpaqp.edu.pe/post/printable-thank-you-cards-to-color/thank-you-cards-to-print-and-color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8043F-3316-6A71-77E2-699DFCE13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320" y="294851"/>
            <a:ext cx="11251095" cy="1266351"/>
          </a:xfrm>
        </p:spPr>
        <p:txBody>
          <a:bodyPr>
            <a:no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 SOLAR-POWERED </a:t>
            </a:r>
            <a:b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CHARGING STATION FOR MOBILE PHONES IN </a:t>
            </a:r>
            <a:b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RURAL WOMEN'S SELF-HELP GROUPS</a:t>
            </a:r>
            <a:endParaRPr lang="en-IN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FADAE-6CDF-1DA9-AF0F-ECB840E9D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533" y="3403265"/>
            <a:ext cx="5645426" cy="3159884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By</a:t>
            </a:r>
          </a:p>
          <a:p>
            <a:pPr algn="just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M. Jaswanth Kumar          (22ME1A0233)</a:t>
            </a:r>
          </a:p>
          <a:p>
            <a:pPr algn="just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M. Ajay                             (22ME1A0234)</a:t>
            </a:r>
          </a:p>
          <a:p>
            <a:pPr algn="just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N. Hemanth                      (22ME1A0238)</a:t>
            </a:r>
          </a:p>
          <a:p>
            <a:pPr algn="just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P. Mohan Sai Krishna       (22ME1A0243)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P. Victor Babu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Electronics Engineering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Ramachandra College of Engineering, Eluru – 534007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C9CDE-A73D-89A6-024F-D02B34B776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5307917" y="1677164"/>
            <a:ext cx="1576165" cy="161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36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93B7-D4DB-6CA7-D22F-1086EC42E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74A7B-767F-3E1D-26E6-EC10D8DC9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Abstract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Problem Statement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Objective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Methodology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Block Diagram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Components Requirement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Result and Discussions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Conclusion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References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543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BC978-2A9E-7AFE-477D-197B1B451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5218"/>
            <a:ext cx="10515600" cy="905377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01C00-5B05-B149-5EF1-9F6EE7FEB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431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the design and implementation of a solar-powered community charging station aimed at providing reliable and sustainable mobile phone charging facilities for rural women’s self-help groups. In many rural areas, access to electricity is limited or unreliable, which affects communication, financial inclusion, and access to digital service. The proposed system utilizes solar energy as a renewable power source, incorporating photovoltaic panels, a battery storage system, and multiple charging ports. The system is designed to be cost-effective, easy to maintain, and user-friendly. It supports community-level usage, enabling women to charge their mobile devices efficiently while promoting clean energy adoption and empowerment.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433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C10A-6142-46E9-1C74-56A46B66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BC2F9-8F45-D662-83CC-E5F14C4A1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electricity remains a challenge in many rural regions, especially in developing areas. Mobile phones play a crucial role in communication, banking, education, and emergency services.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lack of reliable charging infrastructure limits their usability. Women’s self-help groups (SHGs) are important community organizations that support financial independence and social development.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them with a solar-powered charging station can enhance connectivity and productivity.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sustainable solution using solar energy to address power shortages and improve access to mobile charging facilities.</a:t>
            </a:r>
          </a:p>
          <a:p>
            <a:pPr marL="0" indent="0">
              <a:buNone/>
            </a:pPr>
            <a:br>
              <a:rPr lang="en-US" sz="2400" dirty="0"/>
            </a:b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98161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63D5-9C3D-32DD-E355-2D2D49B9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56491-DC0B-E141-E359-41B9BB803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665"/>
            <a:ext cx="10515600" cy="49492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Reliable Electricity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areas often face irregular power supply or complete absence of grid electricity, making it difficult to charge mobile phones consistently.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Charging Facilities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in remote locations must travel long distances or rely on paid charging services, which is inconvenient and time-consuming.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for Women’s Self-Help Groups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mobile phones for communication and financial activities is hindered by lack of charging facilities.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Sustainable and Affordable Solutions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options are costly or polluting, highlighting the need for clean, low-cost, community-based charging systems.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798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7D04-A5B3-8047-1F9C-4D46B9E1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75781-795E-5F9F-D0A5-9CC3B2766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Solar Charging System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solar-powered mobile charging station for rural use.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Reliable Power Supply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continuous and stable charging using renewable energy.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Community Usage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multiple users, especially women’s self-help groups, to charge devices simultaneously.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Sustainable and Affordable Solutions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encourage clean energy adoption through a low-cost and eco-friendly system.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242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7595-0A46-FB52-CA19-79CDD0172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12CB0-246B-9720-4C07-0724135B6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daily charging requirements.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system based on load calculation.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appropriate components:</a:t>
            </a:r>
            <a:r>
              <a:rPr lang="en-US" sz="2400" dirty="0"/>
              <a:t> 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panel. 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Battery.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controller.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 and test the system.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in rural community setup.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users for operation and maintenance.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55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A9B86-BBAC-56A6-9CED-E181DF46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C6500CD-CCEA-99A5-7B88-8822E81FA73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96000" y="1785232"/>
            <a:ext cx="5745480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sunlight into electricity.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Controller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Regulates voltage and protects battery.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energy for use anytime (day/night).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Distribution Unit: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Safely distributes power.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Charging Hub: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phones can charge.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(Optional):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usage, battery level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status (battery, charging, faults)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AD7728-287F-AB1A-2090-3BA59F97FD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347078"/>
            <a:ext cx="5063836" cy="31393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DEB9B4-DB55-E2D0-552B-34AC3C71A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04" y="4950380"/>
            <a:ext cx="819264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8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208D-4C11-4FA2-6031-6A14EA24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10" y="142464"/>
            <a:ext cx="9905998" cy="19050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F9ED2D3-E0AE-2063-1B3A-CFAAA68449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3610" y="2141191"/>
            <a:ext cx="6082746" cy="3261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Solar Power Generation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 converts sunlight into electricity.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Energy Storage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stores power for later use.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Power Control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controller regulates and protects system.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Charging Unit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ports used to charge mobile phones.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6E1AF1-FD87-690B-AA3A-4985A029F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021" y="1381990"/>
            <a:ext cx="4296375" cy="444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501F-4489-AEB8-3B03-C0011E30A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0964"/>
            <a:ext cx="10515600" cy="47555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Requirements</a:t>
            </a: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Solar Panel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091E6-12E0-098F-BD1F-EE86C213A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1226" y="2341343"/>
            <a:ext cx="5181600" cy="2875584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sunlight into electrical energy.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Rated power: </a:t>
            </a:r>
            <a:r>
              <a:rPr lang="en-US" sz="2000" dirty="0"/>
              <a:t>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15W Monocrystalline Solar Panel.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DC power.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mainly during daytime.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conventional energy sources.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clean and renewable energy.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073ECA4-74CF-79F2-5001-F947A31351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5551"/>
            <a:ext cx="5181600" cy="419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85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D095-1242-8B48-9AB3-B11317869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 Controller</a:t>
            </a:r>
            <a:br>
              <a:rPr lang="en-US" sz="3600" b="1" dirty="0"/>
            </a:b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703EF-260A-00CA-5776-0741415EB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445471"/>
            <a:ext cx="5181600" cy="196705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Regulates voltage and current from the solar panel.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overcharging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discharge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the battery.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battery life and system safety.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5E6EC-D4A6-EDEF-9CF9-18C430CED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796415"/>
            <a:ext cx="5642262" cy="1042594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7F5888D-B37E-8149-47C7-5A33DE7FF3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61585"/>
            <a:ext cx="5181600" cy="317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2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D46D-1324-81A0-B8A0-A98953173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Battery Storage System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61F26F2-7847-5FAF-773D-8A8A3248974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2" y="2427517"/>
            <a:ext cx="5900195" cy="2675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(Lead-acid / Lithium-ion)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electrical energy for use when sunlight is not available.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Lead-acid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Low cost, widely used, but heavier.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Lithium-ion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Lightweight, longer life, more efficient.</a:t>
            </a:r>
          </a:p>
          <a:p>
            <a:pPr marL="0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D5268DB-1F72-78F7-A73A-D8089497E5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4568"/>
            <a:ext cx="5181600" cy="419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8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CC115-020B-2AC4-10CF-9030C7822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DC-DC Converter</a:t>
            </a:r>
            <a:br>
              <a:rPr lang="en-US" sz="3600" b="1" dirty="0"/>
            </a:b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C56B4-6737-0976-5243-953DC33ED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84205"/>
            <a:ext cx="5181600" cy="3492757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one DC voltage level to another.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proper voltage for charging devices (e.g., 12V to 5V).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stable and efficient power output.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0EC75E9-6A2F-389B-4779-DCDDD8012E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606463"/>
            <a:ext cx="5181600" cy="2789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007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33528-3A94-1A57-FCC1-DB053AE7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5.USB Charging Hub</a:t>
            </a:r>
            <a:br>
              <a:rPr lang="en-US" b="1" dirty="0"/>
            </a:b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19424-A8E5-2D92-A07A-FD09EB736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multiple USB ports for charging mobile phones.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several users to charge simultaneously.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safe and easy access.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Durable and long-lasting components used.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installation and low maintenance required.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4AB024-4FF5-A86F-6E9E-6A90E35A5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576" y="1454726"/>
            <a:ext cx="5021007" cy="364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25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B477-10D9-E63F-8723-605407A7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A80DE6-26AC-1F09-EBE1-4F0FB5659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FE30FC-F7EA-CDB4-AF3F-8C5A1613E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572" y="1811338"/>
            <a:ext cx="10408227" cy="2191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solar charging station successfully generated power using sunlight.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stored sufficient energy for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and night usage.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was able to charge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mobile phones simultaneously.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 output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was achieved using DC-DC converters.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Charging time was comparable to standard mobile chargers.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856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C60B-A124-420C-5433-A52FB113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625" y="122583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F4FFB40-51E4-85FC-967C-BEE7D307AA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624" y="1728501"/>
            <a:ext cx="10042129" cy="3400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solar-powered charging station was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and implemented.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and eco-friendly solution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mobile charging in rural areas.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works efficiently using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solar energy.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charging of multiple devices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 stable output.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electricity and charging costs.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empowerment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through Self-Help Groups (SHGs).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is a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sustainable, low-cost, and practical solution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rural communities.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90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6822-6333-77CD-14EE-BA3209DA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DE2BC-BC74-7FC1-71EA-498DCDBF5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 Butti, and John Perlin, “A Golden Thread: 2500years of solar architecture and technology,”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Cheshirebooks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1980.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Electricity Authority, Government of India. (2023). CO2 Baseline Database for the Indian Power Sector, Version 17.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Council on Energy, Environment and Water (CEEW). (2022). State of India's Rural Electricity Supply: Reliability, Quality, and Efficiency. New Delhi: CEEW. GSMA. (2022).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Mobile Economy: Asia Pacific 2022. London: GSMA Intelligence. Gupta, R., Sharma, P., and Verma, K. (2019). Performance Evaluation of Solar Mobile Charging Kiosks in Rural Rajasthan. Renewable Energy, 45, 112-131.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Energy Agency (IEA). (2023). World Energy Outlook 2023. Paris: IEA.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Krishnamurthy, A. and Rajan, S. (2020). Solar Community Charging and Women's Time Poverty: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from Tamil Nadu. Development and Change, 51(4), 1015-1038.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47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950E-7EF8-4115-C00D-6123C454E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842" y="2531855"/>
            <a:ext cx="6745357" cy="1325563"/>
          </a:xfrm>
        </p:spPr>
        <p:txBody>
          <a:bodyPr>
            <a:no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38697-21B6-F5E2-4091-002BA4E58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235426E-4D8A-8E26-65D6-6DCD1525FB21}"/>
              </a:ext>
            </a:extLst>
          </p:cNvPr>
          <p:cNvSpPr/>
          <p:nvPr/>
        </p:nvSpPr>
        <p:spPr>
          <a:xfrm>
            <a:off x="6724891" y="2743200"/>
            <a:ext cx="474562" cy="60188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947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</TotalTime>
  <Words>1185</Words>
  <Application>Microsoft Office PowerPoint</Application>
  <PresentationFormat>Widescreen</PresentationFormat>
  <Paragraphs>121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Project Review  on DESIGN AND IMPLEMENTATION OF A SOLAR-POWERED  COMMUNITY CHARGING STATION FOR MOBILE PHONES IN  RURAL WOMEN'S SELF-HELP GROUPS</vt:lpstr>
      <vt:lpstr>Contents</vt:lpstr>
      <vt:lpstr>Abstract</vt:lpstr>
      <vt:lpstr>Introduction</vt:lpstr>
      <vt:lpstr>Problem Statement</vt:lpstr>
      <vt:lpstr>Objective</vt:lpstr>
      <vt:lpstr>Methodology</vt:lpstr>
      <vt:lpstr>Block Diagram</vt:lpstr>
      <vt:lpstr>System Overview </vt:lpstr>
      <vt:lpstr>Components Requirements  1. Solar Panel</vt:lpstr>
      <vt:lpstr>2. Charge Controller </vt:lpstr>
      <vt:lpstr>3. Battery Storage System</vt:lpstr>
      <vt:lpstr>4. DC-DC Converter </vt:lpstr>
      <vt:lpstr>5.USB Charging Hub </vt:lpstr>
      <vt:lpstr>Results and Discussions</vt:lpstr>
      <vt:lpstr>Conclusion</vt:lpstr>
      <vt:lpstr>References</vt:lpstr>
      <vt:lpstr>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malli network</dc:creator>
  <cp:lastModifiedBy>PUNEETH YARRAMSETTI</cp:lastModifiedBy>
  <cp:revision>4</cp:revision>
  <cp:lastPrinted>2026-04-21T07:48:09Z</cp:lastPrinted>
  <dcterms:created xsi:type="dcterms:W3CDTF">2026-04-13T05:56:45Z</dcterms:created>
  <dcterms:modified xsi:type="dcterms:W3CDTF">2026-04-21T07:51:16Z</dcterms:modified>
</cp:coreProperties>
</file>